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4023360" cy="402336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•  PYTHON  •  POWER BI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Purchase Behavior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project: cleaning and engineering data in Python, modeling customer behavior in SQL Server, and visualizing insights in Power BI.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Antara Basak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925312"/>
            <a:ext cx="173736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retail customer transactions end-to-end — from raw data to a decision-ready dashboard — to uncover what drives revenue, who the loyal customers are, and where discounting and subscriptions move the needle.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~3,900 customer transaction records covering demographics, product category, purchase amount, discounts, subscription status, and review ratings.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41732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086600" y="1737360"/>
            <a:ext cx="731520" cy="731520"/>
          </a:xfrm>
          <a:prstGeom prst="ellipse">
            <a:avLst/>
          </a:prstGeom>
          <a:solidFill>
            <a:srgbClr val="2E4C9C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01000" y="161848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0" y="19842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Aggregations, CTEs, and window functions to answer business questions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0" y="301752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7086600" y="3337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01000" y="321868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(Pandas)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01000" y="35844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feature engineering, and automated load to the database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461772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6600" y="4937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4937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01000" y="481888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01000" y="51846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surfacing KPIs and segment-level trends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How the Pieces Connect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6517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2331720"/>
            <a:ext cx="640080" cy="64008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CSV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5478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3200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74720" y="26517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4320540" y="2331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205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11880" y="35478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engineer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validate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3200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09360" y="26517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5180" y="2331720"/>
            <a:ext cx="640080" cy="640080"/>
          </a:xfrm>
          <a:prstGeom prst="ellipse">
            <a:avLst/>
          </a:prstGeom>
          <a:solidFill>
            <a:srgbClr val="2E4C9C"/>
          </a:solidFill>
          <a:ln/>
        </p:spPr>
      </p:sp>
      <p:sp>
        <p:nvSpPr>
          <p:cNvPr id="18" name="Text 16"/>
          <p:cNvSpPr/>
          <p:nvPr/>
        </p:nvSpPr>
        <p:spPr>
          <a:xfrm>
            <a:off x="71551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46520" y="35478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via SQLAlchemy,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41080" y="3200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44000" y="26517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998982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9898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8116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81160" y="35478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stakeholders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feeds the next: pandas ships clean, feature-rich data into SQL Server; SQL turns that data into business answers; Power BI puts those answers in front of decision-makers.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Python: Data Cleaning &amp; Feature Engineering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B203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99616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810512"/>
            <a:ext cx="5084064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Impute missing ratings by category median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df['Review Rating'] = df.groupby('Category')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['Review Rating'].transform(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lambda x: x.fillna(x.median()))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Standardize column names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df.columns.str.lower()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.str.replace(' ', '_')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371600"/>
            <a:ext cx="53492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review ratings with the category median, not a global average — keeps outlier categories honest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to snake_case for clean SQL compatibility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'promo_code_used' after confirming it duplicated 'discount_applied' — avoids redundant columns downstream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B203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105656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4416552"/>
            <a:ext cx="50840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 segments for behavioral analysis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['Young Adults','Adult',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'Middle-aged','Senior']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df['age_group'] = pd.qcut(df['age'],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q=4, labels=labels)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Purchase cadence -&gt; comparable day counts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freq_map = {'Weekly': 7, 'Monthly': 30, ...}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3977640"/>
            <a:ext cx="5349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qcut() splits customers into four equal-sized age quartiles — fair comparison groups instead of arbitrary bins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text purchase frequencies ("Weekly", "Fortnightly"...) to day counts, enabling numeric cadence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Python: Automated Load into SQL Server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1B203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91056"/>
            <a:ext cx="6089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load with SQLAlchemy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901952"/>
            <a:ext cx="6089904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create_engine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urllib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urllib.parse.quote_plus(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"DRIVER={ODBC Driver 17 for SQL Server};"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f"SERVER={server};DATABASE={database};"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"Trusted_Connection=yes;"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create_engine(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f"mssql+pyodbc:///?odbc_connect={params}")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the cleaned DataFrame to a live table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df.to_sql(name="customer", con=engine,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if_exists="replace", index=False)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0" y="1463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0" y="196596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no manual re-entry: cleaned data lands directly in SQL Server as a live table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Windows-authenticated connection — no hardcoded credentials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'replace' mode keeps the table in sync every time the source data refreshes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single source of truth that both SQL analysts and the Power BI dashboard query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Revenue &amp; Customer Segmentation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1B203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99616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subscription status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810512"/>
            <a:ext cx="5084064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subscription_status,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COUNT(customer_id) AS total_customers,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ROUND(AVG(purchase_amount),2) AS avg_spend,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ROUND(SUM(purchase_amount),2) AS total_revenue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dbo.customer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subscription_status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customer count, average spend, and total revenue side by side — shows whether subscribers are worth more per head, not just in aggregate.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B2038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499616"/>
            <a:ext cx="4946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loyalty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64808" y="1810512"/>
            <a:ext cx="4946904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customer_type AS 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 previous_purchases,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WHEN previous_purchases = 1 THEN 'New'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WHEN previous_purchases BETWEEN 2 AND 10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THEN 'Returning'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 'Loyal'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AS customer_segment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dbo.customer)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customer_segment, COUNT(*) AS customers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customer_type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customer_segment;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5074920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with a CASE expression buckets every customer into New / Returning / Loyal — the foundation for lifecycle-based targeting.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Product &amp; Purchasing Behavior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B203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99616"/>
            <a:ext cx="5084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per category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810512"/>
            <a:ext cx="5084064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item_counts AS 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category, item_purchased,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COUNT(customer_id) AS total_orders,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 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category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COUNT(customer_id) DESC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item_rank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dbo.customer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category, item_purchased)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item_rank, category, item_purchased,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total_orders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item_counts WHERE item_rank &lt;= 3;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5166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ranks products within each category, so results stay a clean top-3-per-group instead of one global top list.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B2038"/>
          </a:solidFill>
          <a:ln/>
        </p:spPr>
      </p:sp>
      <p:sp>
        <p:nvSpPr>
          <p:cNvPr id="9" name="Text 7"/>
          <p:cNvSpPr/>
          <p:nvPr/>
        </p:nvSpPr>
        <p:spPr>
          <a:xfrm>
            <a:off x="6464808" y="1499616"/>
            <a:ext cx="4946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buyers' subscription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64808" y="1810512"/>
            <a:ext cx="494690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subscription_status,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COUNT(customer_id) AS repeat_buyers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dbo.customer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previous_purchases &gt; 5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subscription_status;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38862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to loyal, repeat shoppers first, then checks how many convert to paid subscriptions — a direct read on upsell potential.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45262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B2038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4654296"/>
            <a:ext cx="4946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Highest-discount 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4808" y="4965192"/>
            <a:ext cx="494690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TOP 5 item_purchased,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ROUND(100.0*SUM(CASE WHEN discount_applied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='Yes' THEN 1 ELSE 0 END)/COUNT(*),2) AS pct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dbo.customer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7D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item_purchased ORDER BY pct DESC;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The Customer Behavior Dashboard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7955280" cy="5257800"/>
          </a:xfrm>
          <a:prstGeom prst="roundRect">
            <a:avLst>
              <a:gd name="adj" fmla="val 1043"/>
            </a:avLst>
          </a:prstGeom>
          <a:solidFill>
            <a:srgbClr val="F4F6FB"/>
          </a:solidFill>
          <a:ln/>
        </p:spPr>
      </p:sp>
      <p:pic>
        <p:nvPicPr>
          <p:cNvPr id="5" name="Image 0" descr="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58952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4864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Sliceable by season and shipping type, so any KPI or chart above can be filtered live for deeper cuts.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778240" y="123444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0" y="134416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778240" y="18928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78240" y="2496312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778240" y="2606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778240" y="3154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778240" y="3758184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778240" y="386791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778240" y="4416552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5020056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512978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778240" y="5678424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leads every category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sales are more than double the next category, making it the clear focus for inventory and promotions.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169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157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is underpenetrated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308152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of customers subscribe — the SQL query on repeat buyers points to this as a targeted upsell opportunity.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239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92277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isn't a differentiator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288536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splits almost evenly across the four age groups (24–26% each) — marketing shouldn't over-index on age segments.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512978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Discount-driven demand is real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5495544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share of high-spend customers are discount users, per the SQL query on above-average spenders using discounts.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1887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CTEs &amp; subqueries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 functions (ROW_NUMBER)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Aggregation &amp; grouping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Conditional logic (CASE)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34840" y="205740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 data cleaning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engineering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Missing-value handling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SQLAlchemy DB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0" y="205740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dashboards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KPI cards &amp; slicers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Categorical &amp; segment charts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Stakeholder-ready visuals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2026-08-09T04:45:04Z</dcterms:created>
  <dcterms:modified xsi:type="dcterms:W3CDTF">2026-08-09T04:45:04Z</dcterms:modified>
</cp:coreProperties>
</file>